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6" r:id="rId11"/>
    <p:sldId id="274" r:id="rId12"/>
    <p:sldId id="275" r:id="rId13"/>
    <p:sldId id="269" r:id="rId14"/>
    <p:sldId id="266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99D854-3BE8-ECE1-E604-7F455DA5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156" y="31988"/>
            <a:ext cx="9744312" cy="67940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136E14-6CC2-1BD2-B336-C92E8317C92F}"/>
              </a:ext>
            </a:extLst>
          </p:cNvPr>
          <p:cNvSpPr txBox="1"/>
          <p:nvPr/>
        </p:nvSpPr>
        <p:spPr>
          <a:xfrm>
            <a:off x="3667560" y="252207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endParaRPr/>
          </a:p>
          <a:p>
            <a:r>
              <a:t>Social media widely used in education, business, entertainment.</a:t>
            </a:r>
          </a:p>
          <a:p>
            <a:r>
              <a:t>Users unknowingly share sensitive info.</a:t>
            </a:r>
          </a:p>
          <a:p>
            <a:r>
              <a:t>Privacy policies are often misunderstood.</a:t>
            </a:r>
          </a:p>
          <a:p>
            <a:r>
              <a:t>Securing personal data is crucial.</a:t>
            </a:r>
          </a:p>
          <a:p>
            <a:r>
              <a:t>Paper explores threats, user behavior &amp; preventive solutions.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b="1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961" y="1022650"/>
            <a:ext cx="6753412" cy="540706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1. Introduction</a:t>
            </a:r>
          </a:p>
          <a:p>
            <a:r>
              <a:rPr dirty="0"/>
              <a:t>2. Problem Definition and Objective</a:t>
            </a:r>
          </a:p>
          <a:p>
            <a:r>
              <a:rPr dirty="0"/>
              <a:t>3. Methodology</a:t>
            </a:r>
          </a:p>
          <a:p>
            <a:r>
              <a:rPr dirty="0"/>
              <a:t>4. Predicting User Behavior</a:t>
            </a:r>
          </a:p>
          <a:p>
            <a:r>
              <a:rPr dirty="0"/>
              <a:t>5. Privacy Threats in Social Media</a:t>
            </a:r>
          </a:p>
          <a:p>
            <a:r>
              <a:rPr dirty="0"/>
              <a:t>6. Attacks and Solutions</a:t>
            </a:r>
          </a:p>
          <a:p>
            <a:r>
              <a:rPr dirty="0"/>
              <a:t>7. Privacy Settings Overview</a:t>
            </a:r>
          </a:p>
          <a:p>
            <a:r>
              <a:rPr dirty="0"/>
              <a:t>8. Trust Management</a:t>
            </a:r>
          </a:p>
          <a:p>
            <a:r>
              <a:rPr dirty="0"/>
              <a:t>9. Survey Insights</a:t>
            </a:r>
          </a:p>
          <a:p>
            <a:r>
              <a:rPr dirty="0"/>
              <a:t>10. Conclusion</a:t>
            </a:r>
          </a:p>
          <a:p>
            <a:r>
              <a:rPr dirty="0"/>
              <a:t>11.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/>
          </a:p>
          <a:p>
            <a:r>
              <a:t>Background: Social media connects billions of users worldwide.</a:t>
            </a:r>
          </a:p>
          <a:p>
            <a:r>
              <a:t>Need: Protect personal and sensitive information online.</a:t>
            </a:r>
          </a:p>
          <a:p>
            <a:r>
              <a:t>Scope: Covers security risks and user behavior.</a:t>
            </a:r>
          </a:p>
          <a:p>
            <a:r>
              <a:t>Application: Used in business, education, entertainment, personal domains.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Problem Definition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Problem: Increased exposure of personal data on social platforms.</a:t>
            </a:r>
          </a:p>
          <a:p>
            <a:r>
              <a:t>Users unaware of privacy implications.</a:t>
            </a:r>
          </a:p>
          <a:p>
            <a:r>
              <a:t>Objective: Identify privacy issues.</a:t>
            </a:r>
          </a:p>
          <a:p>
            <a:r>
              <a:t>Propose countermeasures to protect user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Predicting User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78% respondents were male; 22% female.</a:t>
            </a:r>
          </a:p>
          <a:p>
            <a:r>
              <a:t>Majority aged 20–35 years.</a:t>
            </a:r>
          </a:p>
          <a:p>
            <a:r>
              <a:t>90% use Facebook, 62% Twitter, 36% use other platforms.</a:t>
            </a:r>
          </a:p>
          <a:p>
            <a:r>
              <a:t>Users with higher education more aware of privacy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Threats in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Unauthorized access due to poor privacy settings.</a:t>
            </a:r>
          </a:p>
          <a:p>
            <a:r>
              <a:t>Information reused without user's consent.</a:t>
            </a:r>
          </a:p>
          <a:p>
            <a:r>
              <a:t>Disclosures influenced by rewards or goals.</a:t>
            </a:r>
          </a:p>
          <a:p>
            <a:r>
              <a:t>Limited awareness of privacy settings usage.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Types of Attacks in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Privacy Breach – Links between users exploited.</a:t>
            </a:r>
          </a:p>
          <a:p>
            <a:r>
              <a:t>2. Passive Attacks – Undetectable monitoring.</a:t>
            </a:r>
          </a:p>
          <a:p>
            <a:r>
              <a:t>3. Active Attacks – Fake identities to access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Major Attacks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/>
          </a:bodyPr>
          <a:lstStyle/>
          <a:p>
            <a:endParaRPr/>
          </a:p>
          <a:p>
            <a:r>
              <a:t>Infrastructure Attacks – Use antivirus, IDS.</a:t>
            </a:r>
          </a:p>
          <a:p>
            <a:r>
              <a:t>Malware – Avoid unknown links/apps.</a:t>
            </a:r>
          </a:p>
          <a:p>
            <a:r>
              <a:t>Phishing – Validate email sources.</a:t>
            </a:r>
          </a:p>
          <a:p>
            <a:r>
              <a:t>Evil Twin – Authenticate profiles before sharing.</a:t>
            </a:r>
          </a:p>
          <a:p>
            <a:r>
              <a:t>Identity Theft – Use strong, unique passwords.</a:t>
            </a:r>
          </a:p>
          <a:p>
            <a:r>
              <a:t>Cyberbullying – Report &amp; archive abuse.</a:t>
            </a:r>
          </a:p>
          <a:p>
            <a:r>
              <a:t>Physical Attacks – Enable profile-level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23865D-3B1C-A9B7-DA52-2185E69D4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431" y="223023"/>
            <a:ext cx="8093137" cy="641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4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880B00-F047-D440-613D-DA3B7610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255"/>
            <a:ext cx="9144001" cy="49554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latform_usag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0731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Survey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52% moderately aware of privacy policies.</a:t>
            </a:r>
          </a:p>
          <a:p>
            <a:r>
              <a:t>87% restrict profile access to some users.</a:t>
            </a:r>
          </a:p>
          <a:p>
            <a:r>
              <a:t>43% change settings occasionally; 47% rarely.</a:t>
            </a:r>
          </a:p>
          <a:p>
            <a:r>
              <a:t>Most don't frequently update privacy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Settings on 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Facebook: 'Friends Only' by default.</a:t>
            </a:r>
          </a:p>
          <a:p>
            <a:r>
              <a:t>Twitter: Enable 'Protect my Tweets'.</a:t>
            </a:r>
          </a:p>
          <a:p>
            <a:r>
              <a:t>LinkedIn: Edit your public profile settings.</a:t>
            </a:r>
          </a:p>
          <a:p>
            <a:r>
              <a:t>Google+: Limit audience via Circles.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Privacy Setting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Facebook: Most comprehensive options.</a:t>
            </a:r>
          </a:p>
          <a:p>
            <a:r>
              <a:t>Twitter: Limited control over tags/messages.</a:t>
            </a:r>
          </a:p>
          <a:p>
            <a:r>
              <a:t>LinkedIn: Moderate profile visibility settings.</a:t>
            </a:r>
          </a:p>
          <a:p>
            <a:r>
              <a:t>Google+: Audience limited via Circles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endParaRPr/>
          </a:p>
          <a:p>
            <a:r>
              <a:t>Users lack technical awareness of privacy settings.</a:t>
            </a:r>
          </a:p>
          <a:p>
            <a:r>
              <a:t>Social media platforms need better defaults.</a:t>
            </a:r>
          </a:p>
          <a:p>
            <a:r>
              <a:t>Strong passwords and routine updates essential.</a:t>
            </a:r>
          </a:p>
          <a:p>
            <a:r>
              <a:t>Defined policies can reduce future vulnerabilities.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antivirus &amp; avoid unknown links.</a:t>
            </a:r>
          </a:p>
          <a:p>
            <a:r>
              <a:t>Regularly update privacy settings.</a:t>
            </a:r>
          </a:p>
          <a:p>
            <a:r>
              <a:t>Educate users on platform privacy tools.</a:t>
            </a:r>
          </a:p>
          <a:p>
            <a:r>
              <a:t>Use strong, non-repeating passwords.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77500" lnSpcReduction="20000"/>
          </a:bodyPr>
          <a:lstStyle/>
          <a:p>
            <a:endParaRPr/>
          </a:p>
          <a:p>
            <a:r>
              <a:t>1. Mvungi &amp; Iwaihara, 2014</a:t>
            </a:r>
          </a:p>
          <a:p>
            <a:r>
              <a:t>2. Shibchurn &amp; Yan, 2015</a:t>
            </a:r>
          </a:p>
          <a:p>
            <a:r>
              <a:t>3. Li et al., 2015</a:t>
            </a:r>
          </a:p>
          <a:p>
            <a:r>
              <a:t>4. Van Eecke &amp; Truyens, 2010</a:t>
            </a:r>
          </a:p>
          <a:p>
            <a:r>
              <a:t>5. Benson et al., 2015</a:t>
            </a:r>
          </a:p>
          <a:p>
            <a:r>
              <a:t>6. Yuan Li, 2012</a:t>
            </a:r>
          </a:p>
          <a:p>
            <a:r>
              <a:t>7. Alkeinay &amp; Norwawi, 2013</a:t>
            </a:r>
          </a:p>
          <a:p>
            <a:r>
              <a:t>8. Ahn et al., 2011</a:t>
            </a:r>
          </a:p>
          <a:p>
            <a:r>
              <a:t>9. Lowry et al., 2011</a:t>
            </a:r>
          </a:p>
          <a:p>
            <a:r>
              <a:t>10. Timm &amp; Perez, 2010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0000"/>
                </a:solidFill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Abstract</vt:lpstr>
      <vt:lpstr>Table of Contents</vt:lpstr>
      <vt:lpstr>Introduction</vt:lpstr>
      <vt:lpstr>Problem Definition and Objective</vt:lpstr>
      <vt:lpstr>Predicting User Behavior</vt:lpstr>
      <vt:lpstr>Privacy Threats in Social Media</vt:lpstr>
      <vt:lpstr>Types of Attacks in Social Media</vt:lpstr>
      <vt:lpstr>Major Attacks and Solutions</vt:lpstr>
      <vt:lpstr>PowerPoint Presentation</vt:lpstr>
      <vt:lpstr>PowerPoint Presentation</vt:lpstr>
      <vt:lpstr>PowerPoint Presentation</vt:lpstr>
      <vt:lpstr>Survey Insights</vt:lpstr>
      <vt:lpstr>Privacy Settings on Social Media</vt:lpstr>
      <vt:lpstr>Privacy Setting Comparison</vt:lpstr>
      <vt:lpstr>Conclusion</vt:lpstr>
      <vt:lpstr>Recommendations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sarang saaru</cp:lastModifiedBy>
  <cp:revision>5</cp:revision>
  <dcterms:created xsi:type="dcterms:W3CDTF">2013-01-27T09:14:16Z</dcterms:created>
  <dcterms:modified xsi:type="dcterms:W3CDTF">2025-07-18T04:59:04Z</dcterms:modified>
  <cp:category/>
</cp:coreProperties>
</file>